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47c214f6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47c214f6f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47c214f6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47c214f6f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87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30729" y="1773584"/>
            <a:ext cx="433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30466" y="2049809"/>
            <a:ext cx="853106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Gestión de </a:t>
            </a:r>
            <a:r>
              <a:rPr b="1" i="0" lang="en-US" sz="5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Gastos Comunes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36425" y="5407775"/>
            <a:ext cx="5303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Integrantes: 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Benjamin Sepulveda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Gabriel Navarro</a:t>
            </a:r>
            <a:endParaRPr sz="16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781950" y="4389965"/>
            <a:ext cx="207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7727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05112"/>
            <a:ext cx="5334000" cy="20191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8051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Contexto y Alcance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186112"/>
            <a:ext cx="53340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Digitalización integral para administraciones inmobiliarias, enfocada en la automatización del prorrateo y transparencia financiera.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5375" y="321171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10475" y="3964185"/>
            <a:ext cx="26860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PEGUE AQUÍ LA FOTO DE SU CARTA GANTT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00962" y="4284166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(Evidencia de planificación temporal del proyecto)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3801367"/>
            <a:ext cx="5048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Tiempo: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1</a:t>
            </a:r>
            <a:r>
              <a:rPr lang="en-US" sz="1275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semanas de ejecución.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4123283"/>
            <a:ext cx="5048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Costos: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Amortización por eficiencia operativa.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4445198"/>
            <a:ext cx="5048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Roles: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PM, Desarrolladores y QA bajo SCRUM.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9942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51858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73773"/>
            <a:ext cx="2000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Estrategia de Gestión y Planificación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63149" y="2576425"/>
            <a:ext cx="5980675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33475"/>
            <a:ext cx="11049000" cy="37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52000" y="1999324"/>
            <a:ext cx="10488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Fases ejecutadas cumpliendo con el estándar de la industria para garantizar escalabilidad:</a:t>
            </a:r>
            <a:endParaRPr sz="1600"/>
          </a:p>
        </p:txBody>
      </p:sp>
      <p:sp>
        <p:nvSpPr>
          <p:cNvPr id="116" name="Google Shape;116;p15"/>
          <p:cNvSpPr txBox="1"/>
          <p:nvPr/>
        </p:nvSpPr>
        <p:spPr>
          <a:xfrm>
            <a:off x="832133" y="3564763"/>
            <a:ext cx="146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Análisis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9375" y="3881525"/>
            <a:ext cx="142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Ingeniería de Requisitos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3290649" y="3595775"/>
            <a:ext cx="131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Diseño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290643" y="3881525"/>
            <a:ext cx="1247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Arquitectura UML 4+1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515940" y="3595775"/>
            <a:ext cx="116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Desarrollo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554037" y="3881525"/>
            <a:ext cx="110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Sprint Incremental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771472" y="3595775"/>
            <a:ext cx="134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Testing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803281" y="3881525"/>
            <a:ext cx="1276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Normativa ISO 25000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114572" y="3595775"/>
            <a:ext cx="124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Manto.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144125" y="3881525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Control de Cambios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9300" y="31193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1631" y="31193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15037" y="311932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98656" y="31193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06075" y="31193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Ciclo de Vida y Normativa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/>
        </p:nvSpPr>
        <p:spPr>
          <a:xfrm>
            <a:off x="76200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Planilla de Requisitos 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95612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74225" y="2884350"/>
            <a:ext cx="30000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Funcionales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52475" y="3285150"/>
            <a:ext cx="5044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RF01: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Cálculo automatizado de gastos comunes por unidad.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3684100"/>
            <a:ext cx="5156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RF02: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Pasarela de pago integrada (Webpay/Transferencia).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4135400"/>
            <a:ext cx="4402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RF03: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Emisión masiva de comprobantes en PDF.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702400" y="2908350"/>
            <a:ext cx="30000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No Funcionales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1425" y="3019612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521425" y="3285150"/>
            <a:ext cx="5474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RNF 01 Seguridad: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Cifrado de datos financieros bajo estándar AES-256.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521425" y="4076500"/>
            <a:ext cx="5156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RNF02 Disponibilidad: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Uptime del 99.9% en entorno Cloud.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521425" y="4556150"/>
            <a:ext cx="5156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RNF03 Usabilidad: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Diseño UX intuitivo para usuarios no técnicos.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3211859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328149" y="1901322"/>
            <a:ext cx="1876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DIAGRAMA DE CLASES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133600" y="4284315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(Modelado del dominio y lógica de negocio)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53462" y="3211859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6413587" y="2063034"/>
            <a:ext cx="237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DIAGRAMA DE CASOS DE USO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972425" y="4284315"/>
            <a:ext cx="19621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(Interacción de usuarios con el sistema)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62000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 UML: Vistas de Diseño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 rotWithShape="1">
          <a:blip r:embed="rId6">
            <a:alphaModFix/>
          </a:blip>
          <a:srcRect b="16040" l="15634" r="24765" t="11412"/>
          <a:stretch/>
        </p:blipFill>
        <p:spPr>
          <a:xfrm>
            <a:off x="328150" y="2275775"/>
            <a:ext cx="5245863" cy="33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9300" y="2356812"/>
            <a:ext cx="5618475" cy="31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3211859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304325" y="1838697"/>
            <a:ext cx="240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DIAGRAMA DE COMPONENTES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2286000" y="428431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(Desacoplamiento de módulos y APIs)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858125" y="3964334"/>
            <a:ext cx="219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939087" y="4284315"/>
            <a:ext cx="202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 UML: Vistas de Proceso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25" y="2217481"/>
            <a:ext cx="5334000" cy="4137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3211859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2143125" y="3964334"/>
            <a:ext cx="21907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FOTO DEL PROTOTIPO (PANTALLA 1)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2328862" y="4284315"/>
            <a:ext cx="18192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(Ej: Dashboard de Gastos Comunes)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286500" y="295185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Aporte Significativo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286500" y="3332857"/>
            <a:ext cx="53340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interfaz permite al administrador procesar el mes en </a:t>
            </a: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 clics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reduciendo el error manual en un 100%.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572250" y="3976687"/>
            <a:ext cx="5048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Carga masiva de facturas.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572250" y="4298602"/>
            <a:ext cx="5048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Prorrateo paramétrico instantáneo.</a:t>
            </a:r>
            <a:endParaRPr/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005262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327177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762000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Prototipo: Automatización del Negocio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075" y="1958700"/>
            <a:ext cx="6109525" cy="32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097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295185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Heurísticas y UX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3332857"/>
            <a:ext cx="53340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Diseño basado en las </a:t>
            </a: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Heurísticas de Nielsen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garantizar una curva de aprendizaje mínima para copropietarios de todas las edades.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2525" y="3211859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843837" y="3964334"/>
            <a:ext cx="22193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FOTO DEL PROTOTIPO (PANTALLA 2)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158162" y="4284315"/>
            <a:ext cx="15906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(Ej: Vista de Pago de Residente)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57250" y="3976687"/>
            <a:ext cx="5048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Visibilidad del estado del sistema.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57250" y="4298602"/>
            <a:ext cx="5048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Prevención de errores en pagos.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5262"/>
            <a:ext cx="1809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27177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762000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Prototipo: Transparencia y Calidad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81700" y="1647813"/>
            <a:ext cx="594360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02309"/>
            <a:ext cx="5334000" cy="162490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71500" y="3002309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Plan de Pruebas e ISO 25000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3383309"/>
            <a:ext cx="533400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ejecutaron pruebas de estrés y funcionales para asegurar:</a:t>
            </a:r>
            <a:endParaRPr/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3950" y="3211859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462837" y="3964334"/>
            <a:ext cx="29813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FOTO DE REPOSITORIO / CONTROL DE CAMBIOS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005762" y="4284315"/>
            <a:ext cx="18954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(Captura de commits o ramas en Git)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57250" y="3771900"/>
            <a:ext cx="5048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Confiabilidad: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Libros contables inalterables.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57250" y="4093815"/>
            <a:ext cx="5048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Versionado: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Uso de Git para trazabilidad.</a:t>
            </a:r>
            <a:endParaRPr/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00475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2390"/>
            <a:ext cx="1428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762000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Garantía de Calidad y Versiones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8975" y="1412650"/>
            <a:ext cx="6975026" cy="38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877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3850719" y="1776412"/>
            <a:ext cx="449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895850" y="3109912"/>
            <a:ext cx="240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Gracias por su atención.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619750" y="4062412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2414587" y="4652962"/>
            <a:ext cx="736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